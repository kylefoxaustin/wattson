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From activity counts to measured silicon watts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727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8D4E8"/>
                </a:solidFill>
                <a:latin typeface="Calibri"/>
              </a:rPr>
              <a:t>wattson power calibration · i.MX 95 · per-rail models driven by QEMU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>Thesis under test: a functional emulator's activity counts, regressed against measured per-rail silicon power, can predict the power of applications the model has never seen.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10789920" cy="1371600"/>
          </a:xfrm>
          <a:prstGeom prst="roundRect">
            <a:avLst/>
          </a:prstGeom>
          <a:solidFill>
            <a:srgbClr val="EFF3FA"/>
          </a:solidFill>
          <a:ln w="2540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3931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87A33"/>
                </a:solidFill>
                <a:latin typeface="Calibri"/>
              </a:rPr>
              <a:t>RESULT: 4.9% mean error on total power, 50 real applications, predicted BLIND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33087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Predictions were committed to git before a single power sample was taken on these applications. Coefficients came from an 11-point synthetic grid containing none of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IMX95LPD5EVK-19 + NXP BCU per-rail shunts · qemu-aarch64 TCG plugins · 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Can QEMU predict silicon power?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question this campaign exists to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813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YES — 4.9% on total power, blind, across 50 held-out applications.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37744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2743200"/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MAPE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p90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vdd_soc  (SoC + interconnect)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4.5%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6.8%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bandwidth-driven; the tightest result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vdd_arm  (A55 cores)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16.3%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weakest rail; stall-heavy code is the 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SUM  (what a power budget cares about)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4.9%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8.3%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no application worse than 11%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77639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p90 is reported beside the mean deliberately: a MAPE alone hides a tail, and the tail is where a power budget gets hurt.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Published per-rail models report single-digit error on unseen workloads as the GOOD outcome. Walker (TCAD 2017) and McCullough (ATC 2011) both warn that sub-3% on unseen workloads is a reason to distrust your own validation set — not to celebrate.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74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No published work was found doing this: functional-emulator activity calibrated against per-rail measured SoC power. The pieces exist separately; the composition appears to be new.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we did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Eight steps, in order. Each one had to work before the next was meaningful.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3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108960"/>
                <a:gridCol w="7498079"/>
              </a:tblGrid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came out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Get the instrument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IMX95LPD5EVK-19 — the only i.MX 95 board with per-rail shunts. Flashed to match the FRDM's BSP first: the idle floor moves 29% between kernels.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Measure the idle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n=5, spreads ≤1.7%. 1139.5 mW total; vdd_soc is 72% of it, vdd_arm only 13%.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Ask what predicts core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Instruction count — the activity vector's core term — explains R²=0.031. THREE PERCENT.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Find what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 2-D grid varying ALU rate and bandwidth INDEPENDENTLY. Both together: R²=0.990.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Add the missing term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598 Mops/s on 2 cores = 656 mW; 599 on 1 core = 465 mW. Active cores matter on their own.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Validate QEMU's 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Same static binary under perf and under QEMU: instructions 0.1%, misses 0.01% in steady state.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Freeze predictions for 50 apps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Committed to git BEFORE any power measurement of those apps.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Measure and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5.3% mean error on total power.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Measured on silicon, driven by QEMU activity. Valid at the stated OPP — the frequency is part of the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82880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vdd_arm  =  243.8  +  0.1266·ALU Mops/s  +  60.62·GB/s  +  169.3·active_cores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vdd_soc  =  851.0  +  0.0043·ALU Mops/s  +  20.40·GB/s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DRAM     =   45.7  +  160.06·√(GB/s)                        R² = 0.994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mW, at 1800 MHz. vdd_soc holds at 900 MHz unchanged (2.5% MAPE). vdd_arm needs its own per-OPP set.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520440"/>
          <a:ext cx="1106424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08960"/>
                <a:gridCol w="1645920"/>
                <a:gridCol w="457200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vdd_soc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bandwidth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2.5–7%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transfers across OPPs unchanged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alu + bandwidth + cores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4–5%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per-OPP coefficient sets; halving the clock roughly halves this rail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group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saturating in bandwidth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R²=0.994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intercept PINNED to the measured idle floor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B06000"/>
                </a:solidFill>
                <a:latin typeface="Calibri"/>
              </a:rPr>
              <a:t>⚠ The DRAM fit with the HIGHER R² is the more dangerous one: a quadratic scores 0.9984 but its negative BW² term predicts FALLING power above ~17 GB/s. The √ form costs 0.004 of R² and stays physical.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finding that changes the activity factor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We expected instruction count to drive core power. It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23444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B31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B31412"/>
                </a:solidFill>
                <a:latin typeface="Consolas"/>
              </a:rPr>
              <a:t>instructions alone:  R² = 0.031        mean error 48%,  worst 149%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3A0"/>
                </a:solidFill>
                <a:latin typeface="Consolas"/>
              </a:rPr>
              <a:t>bandwidth alone: R² = 0.784          both + active cores: R² = 0.990,  mean error 3.6%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4086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An instructions-only model predicts 1197 mW where the board draws 481.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834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the observation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 memory-stalling workload drew 760 mW on the core rail; a compute workload retiring MORE instructions drew 474 mW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 stalled core still burns clock trees, speculation, replayed loads, prefetchers and the L2/bus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confirmed twice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real Dhrystone vs real STREAM: vdd_arm ratio 1.02 — same core power, utterly different instruction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independent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Walker et al. (TCAD 2017) regressed PMCs against ODROID-XU3 per-cluster rails. Retired instruction count is NOT in their model either.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Consequence: an activity factor built on instruction count alone MIS-RANKS exactly the memory-bound workloads that dominate a real power budget.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blind test — 50 applications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Predictions committed to git before the board was touched. This is the headline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Coefficients fitted on an 11-point synthetic alu/mem grid. None of these 50 applications appear in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828800"/>
          <a:ext cx="548640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188720"/>
              </a:tblGrid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1808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1535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sgm-a55-1t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1357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1506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1492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1279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1338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tommath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828800"/>
          <a:ext cx="52120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prediction 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MAPE, total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4.9%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p90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8.3%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worst, any single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bias (signed)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4069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A53A0"/>
                </a:solidFill>
                <a:latin typeface="Calibri"/>
              </a:rPr>
              <a:t>Every number above is a PREDICTION ERROR.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4434840"/>
          <a:ext cx="52120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workload power range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50 apps actually draw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1279 – 1808 mW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model predicted they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1289 – 1771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0" y="52578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Stated in mW, not as a ratio: the model must reproduce the RANGE, not just the average. A model predicting every app near the mean would still score a good MAPE.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Predictions run 4.7% low on average — a systematic offset, not scatter, and therefore correctable if a future revision wants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All fifty applications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 prediction, every measurement. Nothing selected, nothing dropped.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1673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F6368"/>
                </a:solidFill>
                <a:latin typeface="Calibri"/>
              </a:rPr>
              <a:t>GREEN ≤ 8% error   ·   AMBER 8–12%   ·   RED &gt; 12%      — the 8% line is the published bar for a good per-rail model, and is this corpus's own p90 (8.3%).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777240"/>
                <a:gridCol w="731520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1808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1535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sgm-a55-1t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1506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rd-life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cr-blowfish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cr-rc4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qoi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sqlite-heavy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4348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777240"/>
                <a:gridCol w="731520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bb-md5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bb-sortn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bb-wc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cr-aes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bb-gzip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rd-plasma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bb-gunzip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rd-mandel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321040" y="1664208"/>
          <a:ext cx="3703320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777240"/>
                <a:gridCol w="731520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bb-sha512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cr-md5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bb-cksum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1405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heatshrink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bb-grep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httpp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tommath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1324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1297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06440"/>
            <a:ext cx="11064240" cy="566928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90702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87A33"/>
                </a:solidFill>
                <a:latin typeface="Calibri"/>
              </a:rPr>
              <a:t>44 of 50 within 8%   ·   6 between 8 and 12%   ·   0 above 12%   —   mW predicted vs mW measured, on silicon the model never trained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 realistic edge workload — all six cores busy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Perception, inference, storage, networking, imaging, rendering. Running at the same time, as a product would.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1064240" cy="621792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10607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2.7% mean error, 3.9% worst — better than one application at a time.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572000"/>
                <a:gridCol w="777240"/>
                <a:gridCol w="1051560"/>
                <a:gridCol w="1051560"/>
                <a:gridCol w="96012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AI + vision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pacman  +  sgm stereo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1684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1747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AI + vision + DB +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pacman  +  sgm  +  sqlite  +  httpp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full edge stack, every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pacman  +  sgm  +  sqlite  +  httpp  +  qoi  +  ray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2680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2579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68496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pacman = genetic-AI trainer  ·  sgm = stereo-vision disparity on real imagery  ·  sqlite = in-memory OLTP  ·  httpp = HTTP parsing  ·  qoi = image codec  ·  ray = ray tracer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Calibri"/>
              </a:rPr>
              <a:t>Controls — synthetic and benchmark mixes over the same core counts: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700016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572000"/>
                <a:gridCol w="777240"/>
                <a:gridCol w="1051560"/>
                <a:gridCol w="1051560"/>
                <a:gridCol w="960120"/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compute + streaming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sha256  +  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1878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2056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B06000"/>
                          </a:solidFill>
                          <a:latin typeface="Calibri"/>
                        </a:rPr>
                        <a:t>8.7%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core scaling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 x sha256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mixed benchmarks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sha256 + mem + lz4 + sqlite + lua + bzip2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2789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2748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12648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53A0"/>
                </a:solidFill>
                <a:latin typeface="Calibri"/>
              </a:rPr>
              <a:t>The realistic mixes run at 0.4–0.6 GB/s; the synthetic ones at 2.5–3.2 GB/s. Real applications live in cache far more than streaming benchmarks do — and the model covers both.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005840"/>
                <a:gridCol w="58521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total power of an unseen app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4.9% mean, 11% worst, 50 held-out applications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vdd_soc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4.5% mean, 8% worst — the strongest single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vdd_arm for compute-bound code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7.1% median, 16.3% p90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vdd_arm for stall-heavy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up to 20% over — the insns/3 proxy overstates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a realistic multi-app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2.7% mean on edge workloads; 6 apps on 6 cores, 3.9% worst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use these coefficients at another frequency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1800 MHz set; vdd_soc transfers, vdd_arm does not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use these coefficients on another SoC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stall-power sign is microarchitecture-specific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emit watts from QEMU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QEMU supplies ACTIVITY; time and energy coefficients come from silicon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The standing rule survives the campaign unchanged: QEMU measures activity, engineers convert activity to energy. A board that reads real watts is exactly when that discipline matters most.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Everything above is reproducible from the repo: frozen predictions in git before measurement, raw per-app pairs in RESULTS-50.csv, and every limit stated beside the number it qualifies.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