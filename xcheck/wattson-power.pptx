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From activity counts to measured silicon watts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727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8D4E8"/>
                </a:solidFill>
                <a:latin typeface="Calibri"/>
              </a:rPr>
              <a:t>wattson power calibration · i.MX 95 · per-rail models driven by QEMU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alibri"/>
              </a:rPr>
              <a:t>Thesis under test: a functional emulator's activity counts, regressed against measured per-rail silicon power, can predict the power of applications the model has never seen.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10789920" cy="1371600"/>
          </a:xfrm>
          <a:prstGeom prst="roundRect">
            <a:avLst/>
          </a:prstGeom>
          <a:solidFill>
            <a:srgbClr val="EFF3FA"/>
          </a:solidFill>
          <a:ln w="25400"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3931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87A33"/>
                </a:solidFill>
                <a:latin typeface="Calibri"/>
              </a:rPr>
              <a:t>RESULT: 5.3% mean error on total power, 50 real applications, predicted BLIND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33087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Predictions were committed to git before a single power sample was taken on these applications. Coefficients came from an 11-point synthetic grid containing none of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IMX95LPD5EVK-19 + NXP BCU per-rail shunts · qemu-aarch64 TCG plugins · 2026-09-10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Can QEMU predict silicon power?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question this campaign exists to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813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YES — 5.3% on total power, blind, across 50 held-out applications.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37744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554480"/>
                <a:gridCol w="1463040"/>
                <a:gridCol w="3474720"/>
              </a:tblGrid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MAPE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vdd_soc  (SoC + interconnect)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4.5%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bandwidth-driven; the tightest result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vdd_arm  (A55 cores)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needs ALU rate, bandwidth AND active cores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SUM  (what a power budget cares about)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5.3%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5.3% mean, 4.9% median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Published per-rail models report single-digit error on unseen workloads as the GOOD outcome. Walker (TCAD 2017) and McCullough (ATC 2011) both warn that sub-3% on unseen workloads is a reason to distrust your own validation set — not to celebrate.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No published work was found doing this: functional-emulator activity calibrated against per-rail measured SoC power. The pieces exist separately; the composition appears to be new.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we did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Eight steps, in order. Each one had to work before the next was meaningful.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3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108960"/>
                <a:gridCol w="7498079"/>
              </a:tblGrid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came out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Get the instrument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IMX95LPD5EVK-19 — the only i.MX 95 board with per-rail shunts. Flashed to match the FRDM's BSP first: the idle floor moves 29% between kernels.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Measure the idle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n=5, spreads ≤1.7%. 1139.5 mW total; vdd_soc is 72% of it, vdd_arm only 13%.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Ask what predicts core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Instruction count — the activity vector's core term — explains R²=0.031. THREE PERCENT.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Find what does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 2-D grid varying ALU rate and bandwidth INDEPENDENTLY. Both together: R²=0.990.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Add the missing term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598 Mops/s on 2 cores = 656 mW; 599 on 1 core = 465 mW. Active cores matter on their own.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Validate QEMU's 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Same static binary under perf and under QEMU: instructions 0.1%, misses 0.01% in steady state.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Freeze predictions for 50 apps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Committed to git BEFORE any power measurement of those apps.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Measure and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5.3% mean error on total power.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Measured on silicon, driven by QEMU activity. Valid at the stated OPP — the frequency is part of the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182880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vdd_arm  =  243.8  +  0.1266·ALU Mops/s  +  60.62·GB/s  +  169.3·active_cores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vdd_soc  =  851.0  +  0.0043·ALU Mops/s  +  20.40·GB/s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8658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DRAM     =   45.7  +  160.06·√(GB/s)                        R² = 0.994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mW, at 1800 MHz. vdd_soc holds at 900 MHz unchanged (2.5% MAPE). vdd_arm needs its own per-OPP set.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520440"/>
          <a:ext cx="1106424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08960"/>
                <a:gridCol w="1645920"/>
                <a:gridCol w="457200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vdd_soc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bandwidth only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2.5–7%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transfers across OPPs unchanged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alu + bandwidth + cores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4–5%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per-OPP coefficients; scales 2.21x per 2x clock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group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saturating in bandwidth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R²=0.994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intercept PINNED to the measured idle floor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B06000"/>
                </a:solidFill>
                <a:latin typeface="Calibri"/>
              </a:rPr>
              <a:t>⚠ The DRAM fit with the HIGHER R² is the more dangerous one: a quadratic scores 0.9984 but its negative BW² term predicts FALLING power above ~17 GB/s. The √ form costs 0.004 of R² and stays physical.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finding that changes the activity factor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We expected instruction count to drive core power. It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23444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B31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B31412"/>
                </a:solidFill>
                <a:latin typeface="Consolas"/>
              </a:rPr>
              <a:t>instructions alone:  R² = 0.031        mean error 48%,  worst 149%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3A0"/>
                </a:solidFill>
                <a:latin typeface="Consolas"/>
              </a:rPr>
              <a:t>bandwidth alone: R² = 0.784          both + active cores: R² = 0.990,  mean error 3.6%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4086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An instructions-only model predicts 1197 mW where the board draws 481.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834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the observation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 memory-stalling workload drew 1.6x the core power of a compute workload retiring MORE instructions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 stalled core still burns clock trees, speculation, replayed loads, prefetchers and the L2/bus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confirmed twice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real Dhrystone vs real STREAM: vdd_arm ratio 1.02 — same core power, utterly different instruction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independent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Walker et al. (TCAD 2017) regressed PMCs against ODROID-XU3 per-cluster rails. Retired instruction count is NOT in their model either.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9377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Consequence: an activity factor built on instruction count alone MIS-RANKS exactly the memory-bound workloads that dominate a real power budget.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blind test — 50 applications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Predictions committed to git before the board was touched. This is the headline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Calibri"/>
              </a:rPr>
              <a:t>Coefficients fitted on an 11-point synthetic alu/mem grid. None of these 50 applications appear in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828800"/>
          <a:ext cx="548640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188720"/>
              </a:tblGrid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1771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1808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1744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1706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1449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1535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sgm-a55-1t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1357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1506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1492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bb-awk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1156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31412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bb-grep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31412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1306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1279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1297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828800"/>
          <a:ext cx="52120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statistic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MAPE, total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5.3%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worst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bias (signed)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-3.9%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predicted spread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1.37x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measured spread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1.56x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44805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6000"/>
                </a:solidFill>
                <a:latin typeface="Calibri"/>
              </a:rPr>
              <a:t>The SPREAD check was written into the prediction file in advance, precisely because a good MAPE can hide an under-responsive model. It is under-responsive: 1.37x predicted vs 1.56x measured.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Predictions run 3.9% LOW on average — a correctable offset, deliberately left uncorrected so the frozen model is reported exactly as it was frozen.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Where it breaks, and why that was predicted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worst cases are diagnostic, not random.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554480"/>
                <a:gridCol w="1554480"/>
                <a:gridCol w="146304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pred vdd_arm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meas vdd_arm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bb-grep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493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324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52%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bb-awk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322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443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369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445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150876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All four are LATENCY-BOUND: pointer chasing and irregular text processing, where the core stalls constantly. bb-grep and bb-awk are the only two apps in the corpus under 1200 mW.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91840"/>
            <a:ext cx="11064240" cy="137160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6000"/>
                </a:solidFill>
                <a:latin typeface="Calibri"/>
              </a:rPr>
              <a:t>This is the assumption the prediction file flagged IN ADVANCE as most likely to hurt.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4048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ALU Mops/s was taken as insns/3, because the calibration grid's "ALU op" was a 3-instruction mul/add/eor body. For stalling code that proxy badly overstates real ALU work, so vdd_arm is over-predicted. Naming it before the run turns a 52% outlier from an embarrassment into a diagnosis — and points at the fix.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Fix: replace the insns/3 proxy with a stall-aware term. QEMU's activity vector already carries the cache-miss and DRAM-transaction counts needed to build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005840"/>
                <a:gridCol w="58521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total power of an unseen app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5.3% mean, 16% worst, 50 held-out applications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vdd_soc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4.5% mean, 8% worst — the strongest single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vdd_arm for compute-bound code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~7% median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vdd_arm for stall-heavy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up to 52% over — the insns/3 proxy fails; fix identified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use these coefficients at another frequency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1800 MHz set; vdd_soc transfers, vdd_arm does not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use these coefficients on another 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stall-power sign is microarchitecture-specific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emit watts from QEMU alone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QEMU supplies ACTIVITY; time and energy coefficients come from silicon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The standing rule survives the campaign unchanged: QEMU measures activity, engineers convert activity to energy. A board that reads real watts is exactly when that discipline matters most.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Everything above is reproducible from the repo: frozen predictions in git before measurement, raw per-app pairs in RESULTS-50.csv, and every limit stated beside the number it qualifies.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