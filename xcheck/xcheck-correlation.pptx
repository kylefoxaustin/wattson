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2 · fourteen applications, three hardware counters, one correction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= 0.81 × silicon, geo-spread ×/÷ 1.26 (8 apps above noise floor)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×1.23, carry ×/÷1.26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5 low-traffic apps (alu, lua, lz4, pacman, sqlite) predicted quiet; silicon concurs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streaming class modelled (0.80); scattered writes exit via unmodelled dirty evictions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GAP — writeback model 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Kernel &amp;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HTTP app: i-ratio 0.80, DRAM invisible — linux-user sees userspace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GAP —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first point only: 4-thread SGM totals within 2% of 1-thread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  <a:latin typeface="Calibri"/>
                        </a:rPr>
                        <a:t>INSUFFICIENT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0.81 × silicon, ×/÷ 1.26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write side has the same shape one iteration behind: streaming writes land at 0.80, but scattered writes reach DRAM via dirty evictions the model does not count yet. The fix (a dirty-bit + writeback counter in the same plugin) is mechanical; it was out-scoped from this pass, not discovered missing.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×1.23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carry the ×/÷1.26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streaming class only (0.80)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writeback model required for the general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Duty cycle / 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insufficient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one 4-thread point (within 2%); P1 system-mode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Forward path, in effort order: (1) writeback model — closes the write gap; (2) prefetch model or fitted per-class factors — tightens the read band below ×/÷1.26; (3) system-mode boot-differential runs — brings kernel, DMA and duty cycle into scope, and enables the P1 power calibration on an instrumented 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