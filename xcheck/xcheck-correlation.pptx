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173736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Correlating QEMU functional activity with i.MX95 silicon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9D4E4"/>
                </a:solidFill>
                <a:latin typeface="Calibri"/>
              </a:rPr>
              <a:t>wattson cross-check (xcheck) · rev 2 · fourteen applications, three hardware counters, one correction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Thesis under test: a functional emulator's activity counts — instructions retired, cache-model misses —
track what the silicon actually does closely enough to anchor per-event power estimation.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17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Kyle Fox · measured on FRDM-IMX95 silicon + qemu-aarch64 TCG plugins · 2026-08-30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Everything on one slide; the rest of the deck is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17320"/>
          <a:ext cx="1106424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120640"/>
                <a:gridCol w="3108960"/>
              </a:tblGrid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Instruction activity, per core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0.98 – 1.06 across all 14 apps (0.997 on a 10.2 B-insn vision app)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VALIDATED — use as-is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 read traffic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proxy = 0.81 × silicon, geo-spread ×/÷ 1.26 (8 apps above noise floor)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USABLE — apply ×1.23, carry ×/÷1.26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DRAM-quiet classification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5 low-traffic apps (alu, lua, lz4, pacman, sqlite) predicted quiet; silicon concurs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VALIDATED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 write traffic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proxy = 0.90 × silicon, ×/÷ 1.09 (X1 writeback model: streaming bursts + dirty evictions)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USABLE — apply ×1.11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Kernel &amp; DMA activity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HTTP app: i-ratio 0.80, DRAM invisible — linux-user sees userspace only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B06000"/>
                          </a:solidFill>
                          <a:latin typeface="Calibri"/>
                        </a:rPr>
                        <a:t>GAP — system-mode harness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Multi-core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first point only: 4-thread SGM totals within 2% of 1-thread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  <a:latin typeface="Calibri"/>
                        </a:rPr>
                        <a:t>INSUFFICIENT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0916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Two instrument findings worth the price of admission: the A55 PMU's l3d_cache_refill counts only DEMAND refills — prefetched lines bypass it, so ground truth belongs at the DDR controller; and the A55's write-streaming (no-allocate) mode is a 2.0× error if unmodelled.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Scope discipline: these are ACTIVITY correlations. wattson never emits watts — energy-per-event coefficients belong to the power team, and QEMU-derived counts are never labelled as silicon measurements.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Method — one binary, two observatories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Identical static aarch64 binaries; nothing recompiled between worlds.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5394960" cy="3017520"/>
          </a:xfrm>
          <a:prstGeom prst="roundRect">
            <a:avLst/>
          </a:prstGeom>
          <a:solidFill>
            <a:srgbClr val="EFF3FA"/>
          </a:solidFill>
          <a:ln w="1524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alibri"/>
              </a:rPr>
              <a:t>QEMU (DERIVED)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qemu-aarch64 (linux-user) + libinsn / libcache TCG plugins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Cache model = the board's own hierarchy, read from its sysfs: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L1I/L1D 32 KiB 4-way · L2 64 KiB 4-way · shared L3 512 KiB 16-way, 64 B lines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+ A55-style write-streaming: ≥4 sequential store-miss lines → no-allocate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L3 misses → DRAM-read proxy · streaming bursts → DRAM-write proxy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Linux-user mode ⇒ counts contain the application only (no boot, no OS)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17320"/>
            <a:ext cx="5394960" cy="3017520"/>
          </a:xfrm>
          <a:prstGeom prst="roundRect">
            <a:avLst/>
          </a:prstGeom>
          <a:solidFill>
            <a:srgbClr val="EFF3FA"/>
          </a:solidFill>
          <a:ln w="1524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alibri"/>
              </a:rPr>
              <a:t>Silicon (MEASURED)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FRDM-IMX95, perf stat, pinned to A55 core 0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Core PMU: instructions, cycles, L1/L2/L3 refill events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imx9_ddr0 DDR-controller PMU: read / write beats (32 B), system-wide,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with an equal-duration idle window subtracted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The DDR controller is the arbiter: it sees prefetch and DMA traffic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that core-side refill events do 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091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Population (14): five microbench corners spanning the activity extremes (ALU, streaming, pointer-chase, matmul, sort) and nine applications — stereo vision on real imagery, two compressors, an interpreter, a hash, a JSON codec, an in-memory database, a game-AI trainer, and a live-socket HTTP client.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Validity gates: every app prints a checksum (dead-code-proof); the vision app is hash-gated bit-exact against its published golden; instruction agreement is required before any cache-level conclusion is read.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Gate 1 — instructions agree, all fourteen apps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Same binary ⇒ same retired instructions. This gate must pass before anything downstream is read.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54864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1417320"/>
                <a:gridCol w="640080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HW insns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alu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integer ALU loop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1,201,593,894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bzip2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bzip2 -9, 4 MiB corpus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8,497,127,363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random pointer 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202,456,536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1.058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cJSON parse+serialize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1,523,095,346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lua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Lua 5.4 script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1,072,641,534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lz4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lz4 -9, same corpus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721,250,952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mem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streaming write+read sweep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547,742,426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4864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1417320"/>
                <a:gridCol w="640080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HW insns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mm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blocked f64 matmul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1,081,871,120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HTTP GET 32 MiB + FNV hash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430,719,038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6000"/>
                          </a:solidFill>
                          <a:latin typeface="Calibri"/>
                        </a:rPr>
                        <a:t>0.798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pacman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genetic-AI Pac-Man trainer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25,711,718,364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sgm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SGM stereo, real imagery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10,154,191,781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sha256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SHA-256, 128 MiB streamed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8,453,218,121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qsort, 1M 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1,924,668,159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sqlite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SQLite, in-memory OLTP mix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2,580,290,752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Thirteen of fourteen sit in 0.98–1.06; the residual is silicon-side kernel/IRQ time inside the perf window. The one amber value is itself a measurement: the HTTP client's 0.80 is the ~20% of its instructions the kernel's network stack retires on its behalf — real work a userspace-only emulation cannot see, quantified. Follow-up: compare against user-mode-filtered counts (instructions:u).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Gate 2 — DRAM-read proxy vs the DDR controller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log–log, one point per application above the noise floor · fit: proxy = 0.81 × silicon, ×/÷ 1.26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5</a:t>
            </a:r>
          </a:p>
        </p:txBody>
      </p:sp>
      <p:pic>
        <p:nvPicPr>
          <p:cNvPr id="8" name="Picture 7" descr="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234440"/>
            <a:ext cx="5467574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Under-prediction is systematic and single-signed: the silicon prefetcher also fetches lines that are never consumed. chase 0.97 · mem 0.98 · cjson 0.96 · sort 0.96 · sgm 0.88 · sha256 0.77 · mm 0.65 · bzip2 0.49.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Every outlier resolved to a mechanism, not a fudge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band tightened from ×/÷2.4 to ×/÷1.26 in three fixes; each was falsifiable and predicted its own after-number.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4480560"/>
                <a:gridCol w="2377440"/>
                <a:gridCol w="2148840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observation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fix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mm read 0.44 (v0)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plugin default cache ≫ real 64 KiB L2 — model thought the working set was resident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model the sysfs hierarchy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0.65 (residual = prefetch)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mem read 1.97 (v0)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A55 write-streaming: no-allocate store bursts; plugin read-allocated every 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streak detector, ≥4 lines → no-allocate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0.98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sha256 'read 15×'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l3d_cache_refill counts demand only; the prefetcher served the stream invisibly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ground-truth at the DDR controller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0.77 (real gap, real sign)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pacman/sqlite/lz4/lua ~0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true traffic below the DDR counter's ~0.4 M-line/window noise floor (calibrated by alu)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classify, don't 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correctly predicted quiet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bzip2 0.49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prefetcher over-fetch on semi-sequential patterns — silicon reads ~2× the demand traffic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prefetch model, or per-class factor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open, named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writes 0.02–0.09 (v1)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scattered stores exit DRAM as dirty EVICTIONS, which no allocation-time count can see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X1: dirty-line set + last-level eviction counting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0.90 ×/÷ 1.09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2578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The X1 row landed after this deck's first printing and proves the pattern: the named mechanism, implemented in an afternoon, moved six workloads from near-zero to 0.73–1.03 without touching the read side. Mechanism-first iteration converges; fudge-factor iteration doesn't.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this licenses, and what it does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trust statement, quantity by quantity.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743200"/>
                <a:gridCol w="5303520"/>
              </a:tblGrid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Per-core instruction activity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 directly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±4% envelope held across every application class tested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 read transactions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 with ×1.23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carry the ×/÷1.26 band; latency/bandwidth-bound apps need almost 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DRAM-quiet screening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 directly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proxy under ~1 M lines reliably means a DRAM-quiet application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 write transactions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 with ×1.11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×/÷{SW:.2f} band above the write noise floor (X1 writeback model)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Network / DMA activity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B31412"/>
                          </a:solidFill>
                          <a:latin typeface="Calibri"/>
                        </a:rPr>
                        <a:t>do not use from linux-user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system-mode harness (exists, boot-differential) required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Duty cycle / multi-core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B06000"/>
                          </a:solidFill>
                          <a:latin typeface="Calibri"/>
                        </a:rPr>
                        <a:t>insufficient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one 4-thread point (within 2%); P1 system-mode 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92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Forward path, in effort order: (1) X2 system-mode boot-differential runs — kernel, DMA and duty cycle into scope, P1 power calibration enabled; (2) X3 multi-core sweep; (3) X4 prefetch model or fitted per-class factors — tightens the read band below ×/÷1.26. (X1, the writeback model, closed the write gap the deck's first printing named.)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F6368"/>
                </a:solidFill>
                <a:latin typeface="Calibri"/>
              </a:rPr>
              <a:t>Reproducibility: wattson/xcheck — one command per side (run-qemu.sh / run-perf.sh / run-ddr.sh), vectors committed, deck regenerated from the vectors by make_deck.py. The QEMU cache-plugin patch ships in-repo.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