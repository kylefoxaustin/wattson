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155448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95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Activity factors for power modelling, measured in QEMU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Validated against i.MX95 silicon · 50 applications · wattson / xcheck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Kyle Fox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we produce activity factors that match silicon?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97280"/>
            <a:ext cx="11064240" cy="658368"/>
          </a:xfrm>
          <a:prstGeom prst="rect">
            <a:avLst/>
          </a:prstGeom>
          <a:solidFill>
            <a:srgbClr val="0E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YES — for CPU and DRAM activity, within the bands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WHAT WE PRODUCE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157984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use 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0.979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×/÷1.04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×/÷1.21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×/÷1.28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yes/no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User + kernel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system mode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10.0% kernel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87451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31412"/>
                </a:solidFill>
                <a:latin typeface="Calibri"/>
              </a:rPr>
              <a:t>NOT TODAY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157984"/>
          <a:ext cx="53035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Accelerator compute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NPU model in build; GPU next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DMA payload bytes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known to the device model, not yet counted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Core identity, DVFS point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QEMU has no frequency notion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59028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WHY THE NUMBERS TRANSFER TO AN APP NOBODY HAS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8289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Corrections were fitted on 14 applications, then applied cold to 36 the model had never seen. They landed in the same bands. That is the whole licence.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0468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THE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87A33"/>
                </a:solidFill>
                <a:latin typeface="Calibri"/>
              </a:rPr>
              <a:t>afgen/afgen.sh my-apps.manifest afs/   →   one JSON per application: counts per run, provenance-tagged.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8134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Fifty apps in, fifty activity factors out. wattson supplies the counts; energy coefficients stay yours.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Recommendation — the gate-activity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Your spreadsheet wants a GATE activity factor. QEMU measures UTILIZATION. The bridge is a number you already have.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81328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23544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your model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fraction of gates toggling per clock: 0% / 3% / 5% / 7%. 5% = block maxed out. Assumed per block.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what we measure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events actually executed: instructions, DRAM transactions, cache accesses. Per application.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the gap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utilization is not gate toggling — but your 5% anchor already contains the gates-per-event constant.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063240"/>
            <a:ext cx="11064240" cy="105156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821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3A0"/>
                </a:solidFill>
                <a:latin typeface="Consolas"/>
              </a:rPr>
              <a:t>AF_app   =   AF_idle  +  ( AF_max − AF_idle ) ×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AF_max = your existing 5% anchor.   U = measured activity ÷ the same block saturated, both from QEMU.   No gate counts needed: your anchor already holds that constant.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261104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66751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Pick the saturating reference per block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we ship the microbenches: alu saturates the pipeline, mem the memory system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the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afgen gives counts; U = app activity ÷ saturating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Scale your existing anchor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AF = 5% × U. Spreadsheet unchanged, physics unchanged, one guess replaced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Validate once on silicon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two rail measurements — idle and saturated — confirm the anchor is linear in 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05332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87A33"/>
                </a:solidFill>
                <a:latin typeface="Calibri"/>
              </a:rPr>
              <a:t>THE TURN-AROUND:  today you assume 3% and get the power of an abstraction. This way you name an application — "what does Pac-Man cost?" — and get the power of that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Three levels of detail — all available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Aggregate counts are the cheapest. A per-class histogram or a full instruction trace costs only run time.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81328"/>
          <a:ext cx="1106424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buys you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1 · counts per run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instructions, DRAM reads/writes, cache accesses per level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one AF per block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validated in this deck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2 · instruction-class histogram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integer / load-store / branch / FP-SIMD / system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per-class 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upstream plugin, no new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3 · full instruction trace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every instruction in order, with its memory accesses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AF as a time series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upstream plugin, large output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5844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WHY LEVEL 2 MATTERS — MEASURED, TWO REAL APPLICATIONS ON THE SAME CORE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877056"/>
          <a:ext cx="6035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instruction 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Pac-Man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integer 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28.1%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36.9%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load /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19.7%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FP / SIMD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total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2.57 B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25.7 B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0" y="387705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Same CPU block. Same flat 5% anchor would give both the same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370832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SQLite spends over half its instructions in load/store; Pac-Man is a third more ALU-heavy and toggles 13× the FP/SIMD share. Those light up different gates. A per-class AF separates them; a single AF cannot.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Levels 2 and 3 are stock upstream QEMU plugins (howvec, execlog) — the numbers above were produced with them, unmodified, this evening. Nothing new has to be written to supply either.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70432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Generalization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fitted on 14 apps, held on 36 unseen: insns 0.979 ×/÷1.04, reads same ×/÷1.21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– 1.06 across all 14; 0.997 on a 10.2 B-instruction vision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AS-IS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× silicon, ×/÷1.14 fitted (was 0.81 ×/÷1.26 before the prefetch model)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53A0"/>
                          </a:solidFill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0.90 × silicon, ×/÷1.09 fitted; 0.83 ×/÷1.28 held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53A0"/>
                          </a:solidFill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6 low-traffic apps predicted quiet; silicon agrees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boot-differential: sha256 10.0%, networking 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+23% instruction outlier was OpenMP spin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device-model writes bypass TCG; payload bytes known exactly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GAP, 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Two instrument findings: the A55 PMU's l3d_cache_refill counts DEMAND refills only — prefetched lines bypass it, so ground truth belongs at the DDR controller. A55 write-streaming is a 2.0× error if unmodelled.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Identical static aarch64 binaries. Nothing recompiled between the two worlds.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44752"/>
            <a:ext cx="5394960" cy="251460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+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 32K/4w · L2 64K/4w · shared L3 512K/16w,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A55 write-streaming, writeback, stride prefetcher modelled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read proxy · evictions → write proxy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44752"/>
            <a:ext cx="5394960" cy="251460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727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read/write beats (32 B)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System-wide, 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sees prefetch traffic the core PMU cannot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8795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THE 50 APPLICATIONS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9884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14 development apps: five microbench corners (ALU, streaming, pointer-chase, matmul, sort) plus stereo vision, two compressors, an interpreter, SHA-256, a JSON codec, SQLite, a game-AI trainer, an HTTP client.
36 held-out apps, never seen by the model: busybox applets, crypto kernels, software renderers, bignum, hashing, parsers, sockets.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Every app prints a checksum so dead-code elimination cannot fake a result; the vision app is hash-gated bit-exact against its published golden.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Same binary ⇒ same retired instructions. This must pass before any cache-level number is read.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81328"/>
          <a:ext cx="5486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81328"/>
          <a:ext cx="54864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Thirteen of fourteen sit in 0.98 – 1.06. The amber value is itself a measurement: the HTTP client's 0.80 is the ~20% of its instructions the kernel's network stack retires on its behalf — visible in system mode, not in this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 reads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One point per application above the noise floor. Fit: proxy = 0.98 × silicon, ×/÷ 1.14.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89888"/>
            <a:ext cx="5314278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Under-prediction was systematic and single-signed — the silicon prefetcher fetches lines nothing consumes. Modelling the prefetcher moved the fit from 0.81 to 0.98.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50-application held-out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Red = the 14 apps the corrections were fitted on. Blue = 36 applications measured cold.</a:t>
            </a:r>
          </a:p>
        </p:txBody>
      </p:sp>
      <p:pic>
        <p:nvPicPr>
          <p:cNvPr id="8" name="Picture 7" descr="scatter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9326880" cy="43047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Held-out instructions 0.979 ×/÷1.04 (n=37) · reads 0.91 ×/÷1.21, the SAME spread as the fitted set · writes 0.83 ×/÷1.28 · every DRAM-quiet app correctly classified.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The band tightened from ×/÷2.4 to ×/÷1.14. Each fix was falsifiable and predicted its own after-number.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023360"/>
                <a:gridCol w="3108960"/>
                <a:gridCol w="182880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 reads 0.44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plugin cache ≫ real 64 KiB L2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0.65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 reads 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A55 write-streaming: no-allocate store bursts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streak detector, ≥4 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sha256 'reads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PMU counts demand refills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4 apps read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below the DDR counter's noise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writes 0.02–0.09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scattered stores exit as dirty EVICTIONS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dirty-line set + eviction counting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0.90 ×/÷1.09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sgm-mt insns 1.23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OpenMP barrier spin, not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OMP_WAIT_POLICY=passive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reads 0.49–0.77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silicon prefetcher traffic never issued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8-stream table, miss-trained, ramped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×/÷1.14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Five further hypotheses were falsified and recorded rather than quietly dropped. Mechanism-first iteration converges; fudge-factor iteration does not.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is closed, what is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CLOSED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89888"/>
          <a:ext cx="5486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201168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0.02 → 0.90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writeback model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boot-differential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thread-invariant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13-point sweep, spin-wait proven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0.81 → 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stride prefetcher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6000"/>
                </a:solidFill>
                <a:latin typeface="Calibri"/>
              </a:rPr>
              <a:t>OPEN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389888"/>
          <a:ext cx="53035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0040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Energy coefficients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yours — needs instrumented rails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NPU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Neutron model in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GPU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GLES command-stream scope — next investigation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DMA payload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count it in the device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55371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REPRODUCIBILITY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One command per side: run-qemu.sh, run-perf.sh, run-ddr.sh. All 50 measurement vectors are committed. This deck regenerates from those vectors — no number in it is typed by hand. The QEMU cache-plugin patch ships in the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These are ACTIVITY correlations. wattson never emits watts: it supplies N, you supply eᵢ, and E = Σ eᵢ×Nᵢ stays your calculation.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