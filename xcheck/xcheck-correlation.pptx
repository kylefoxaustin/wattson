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0.81 × silicon, geo-spread ×/÷ 1.26 (8 apps above noise floor)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×1.23, carry ×/÷1.26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 low-traffic apps (alu, lua, lz4, pacman, sqlite) predicted quiet; silicon concurs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0.90 × silicon, ×/÷ 1.09 (X1 writeback model: streaming bursts + dirty evictions)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Kernel &amp;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HTTP app: i-ratio 0.80, DRAM invisible — linux-user sees userspace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GAP —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13-point sweep (1/2/4/6T × 3 apps): DRAM ratios thread-invariant (mem rd 0.98 at every N); the +23% insn outlier PROVEN to be OpenMP barrier spin (passive wait: 1.231 → 0.985)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0.81 × silicon, ×/÷ 1.26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×1.23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carry the ×/÷1.26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×/÷{SW:.2f} band above the write noise floor (X1 writeback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X2 system-mode boot-differential runs — kernel, DMA and duty cycle into scope, P1 power calibration enabled; (2) X3 multi-core sweep; (3) X4 prefetch model or fitted per-class factors — tightens the read band below ×/÷1.26. (X1, the writeback model, closed the write gap the deck's first printing named.)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