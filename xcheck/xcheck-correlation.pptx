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315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02124"/>
                </a:solidFill>
                <a:latin typeface="Calibri"/>
              </a:rPr>
              <a:t>Does QEMU activity correlate with real silicon?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wattson xcheck v1 — 14 applications, same static binaries under QEMU's TCG plugins and on the i.MX95 FRDM (A55 PMUs + the imx9_ddr0 DDR-controller counters).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87A33"/>
                </a:solidFill>
                <a:latin typeface="Calibri"/>
              </a:rPr>
              <a:t>INSTRUCTIONS: validated. 0.98–1.06 on every application — compute, compression, database, game AI, networking — including 0.997 on a 10-billion-instruction vision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02124"/>
                </a:solidFill>
                <a:latin typeface="Calibri"/>
              </a:rPr>
              <a:t>DRAM READS: with the DDR controller as ground truth, the proxy fits a single factor — proxy = 0.81 × silicon, spread ×/÷ 1.26 over every app with traffic above the counter's noise floor. Exact (0.96–0.98) on latency- and bandwidth-bound workloads — and the five DRAM-quiet apps (game AI, database, lz4, lua, alu) are correctly CLASSIFIED quiet.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202124"/>
                </a:solidFill>
                <a:latin typeface="Calibri"/>
              </a:rPr>
              <a:t>DRAM WRITES: streaming-write class modelled (0.80); scattered writes leave DRAM via dirty evictions the model does not yet count — stated as the open gap, with the fix identified (a writeback model).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F6368"/>
                </a:solidFill>
                <a:latin typeface="Calibri"/>
              </a:rPr>
              <a:t>Three boundary lessons: l3d_cache_refill counts only DEMAND refills (prefetch bypasses it; the DDR controller is the honest truth); A55 write-streaming is worth 2x if unmodelled; and the network app exposes the linux-user boundary — kernel TCP work (~20% of its instructions) and ethernet DMA are invisible to a userspace-only QEMU. Network I/O needs the system-mode harness.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QEMU counts DERIVED · PMU/DDR counts MEASURED · every ratio is the labelled bridge. QEMU numbers are never silicon.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Method: one binary, two observatories, three counters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Same static aarch64 binary, run twice: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9961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  QEMU — qemu-aarch64 + libinsn + libcache TCG plugins. The cache model is the FRDM's own hierarchy (sysfs-read: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  L1 32K/4w, L2 64K/4w, shared L3 512K/16w) plus an A55-style write-streaming detector. L3 misses = DRAM-read proxy;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042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  streaming store bursts = DRAM-write proxy. Linux-user mode: zero boot/OS noise.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  Silicon — perf stat pinned to A55 core 0 (instructions, cycles, refills) AND the imx9_ddr0 DDR-controller PMU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  system-wide (read/write beats, idle-window subtracted): what the DRAM actually did.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12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136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14 applications: five microbench corners (alu/mem/chase/mm/sort) and nine real programs — SGM stereo on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159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imagery, bzip2, lz4, lua, sha256, cJSON, an in-memory sqlite database, a genetic-AI Pac-Man trainer (open-source,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1830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seed-pinned, bit-deterministic), and a mongoose HTTP client that fetches 4 MiB over a live socket and hashes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29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Gates: every app prints a checksum; sgm is hash-gated bit-exact; instruction agreement is required before 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2531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cache conclusion is read.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Instrument validation: instructions agree on all fourteen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188720"/>
          <a:ext cx="99669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017520"/>
                <a:gridCol w="164592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HW instructions (MEASURED)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QEMU/HW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alu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pure compute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1,201,593,894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0.999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bzip2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8,497,127,363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0.985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pointer 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202,456,536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1.058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cjson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JSON parse/serialize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1,523,095,346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0.981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lua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interpreter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1,072,641,534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0.994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lz4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fast compression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721,250,952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0.988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streaming stores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547,742,426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0.980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blocked matmul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1,081,871,120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0.997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HTTP client + hash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430,719,038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0.798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pacman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game AI (genetic Pac-Man)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25,711,718,364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0.999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sgm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stereo vision (real imagery)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10,154,191,781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0.997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sha256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crypto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8,453,218,121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0.999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sort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qsort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1,924,668,159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0.996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in-memory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/>
                        <a:t>2,580,290,752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87A33"/>
                          </a:solidFill>
                        </a:rPr>
                        <a:t>0.998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124"/>
                </a:solidFill>
                <a:latin typeface="Calibri"/>
              </a:rPr>
              <a:t>The money chart: DRAM-read proxy vs the DDR controller</a:t>
            </a:r>
          </a:p>
        </p:txBody>
      </p:sp>
      <p:pic>
        <p:nvPicPr>
          <p:cNvPr id="3" name="Picture 2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914400"/>
            <a:ext cx="6029661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2124"/>
                </a:solidFill>
                <a:latin typeface="Calibri"/>
              </a:rPr>
              <a:t>Fit across the population: proxy = 0.81 × silicon, geometric spread ×/÷ 1.26. Under-prediction is systematic and explained: the silicon prefetcher also fetches lines that are never used.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How the band tightened: each outlier had a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v0 (default plugin geometry, l3-refill as truth):  ratios 0.44 – 3.0, geo-spread x/÷ 2.4  — not usable.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9961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Fix 1 — model the real hierarchy (sysfs-read three-level).  mm's false 'cache-resident' verdict corrected.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0428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Fix 2 — model A55 write-streaming (streak detector, no-allocate).  mem: 1.97 -&gt; 0.98, exactly the predicted 2x.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0662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Fix 3 — change the ground truth. sha256 read 15x 'wrong' against l3d_cache_refill — but the DDR controller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         showed the QEMU number was nearly right: the PMU refill event counts only DEMAND misses, and 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1129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         prefetcher was serving the stream. The instrument was indicting the wrong instrument.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1363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159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v1 (this deck): proxy = 0.81 x silicon, x/÷ 1.26 above the noise floor. chase 0.97 · mem 0.98 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18304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cjson 0.96 · sort 0.96 · sgm 0.88 · sha256 0.77 · mm 0.65 · bzip2 0.49 (prefetch-overfetch heavy) — and five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DRAM-quiet apps correctly classified quiet (the DDR counter itself bottoms out at ~0.4M lines/window).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22976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2531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Remaining structure is one class: patterns the prefetcher over-fetches on. A prefetch model (or a fitted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276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124"/>
                </a:solidFill>
                <a:latin typeface="Calibri"/>
              </a:rPr>
              <a:t>per-class factor) is the identified next step — not a mystery.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What a power team may trust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02124"/>
                </a:solidFill>
                <a:latin typeface="Calibri"/>
              </a:rPr>
              <a:t>TRUST NOW — instruction activity per core: QEMU = silicon within ±4% on every class of application tested.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02124"/>
                </a:solidFill>
                <a:latin typeface="Calibri"/>
              </a:rPr>
              <a:t>TRUST WITH THE STATED FACTOR — DRAM read traffic: multiply the proxy by ~1.23, carry x/÷1.26;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     or use per-class factors (streaming/latency-bound apps need almost none).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02124"/>
                </a:solidFill>
                <a:latin typeface="Calibri"/>
              </a:rPr>
              <a:t>NOT YET — DRAM writes outside the streaming class (needs a writeback model); network/DMA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     (invisible to linux-user; system-mode harness exists); multi-core contention (first 4-thread 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     totals within 2%, single point); duty cycle (system-mode P1 work).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And the standing rule: these are ACTIVITY correlations. Energy-per-event belongs to the power team;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alibri"/>
              </a:rPr>
              <a:t>wattson never emits watts.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Reproduce: wattson/xcheck — suite.txt, run-qemu.sh, run-perf.sh, run-ddr.sh, compare.py; vectors in out/.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