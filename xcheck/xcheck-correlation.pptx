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0.81 × silicon, geo-spread ×/÷ 1.26 (8 apps above noise floor)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×1.23, carry ×/÷1.26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 low-traffic apps (alu, lua, lz4, net2, pacman, sqlite) predicted quiet; silicon concurs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0.90 × silicon, ×/÷ 1.09 (X1 writeback model: streaming bursts + dirty evictions)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Kernel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boot-differential harness live: sha256 kernel+system share MEASURED at 10.0% over user mode (noise floor ±60M insns/cpu stated)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F6368"/>
                          </a:solidFill>
                          <a:latin typeface="Calibri"/>
                        </a:rPr>
                        <a:t>MEASURABLE — X2a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DMA / network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full-board harness live: CPU-side traffic visible &amp; coherent (read diff ≈ 2× payload); DMA write invisible to TCG by construction (payload bytes known exactly); kernel share device-path-dependent (silicon NIC 17% vs guest virtio 41%)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F6368"/>
                          </a:solidFill>
                          <a:latin typeface="Calibri"/>
                        </a:rPr>
                        <a:t>CHARACTERIZED — model the target's own 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13-point sweep (1/2/4/6T × 3 apps): DRAM ratios thread-invariant (mem rd 0.98 at every N); the +23% insn outlier PROVEN to be OpenMP barrier spin (passive wait: 1.231 → 0.985)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0.81 × silicon, ×/÷ 1.26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×1.23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carry the ×/÷1.26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×/÷{SW:.2f} band above the write noise floor (X1 writeback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X2 system-mode boot-differential runs — kernel, DMA and duty cycle into scope, P1 power calibration enabled; (2) X3 multi-core sweep; (3) X4 prefetch model or fitted per-class factors — tightens the read band below ×/÷1.26. (X1, the writeback model, closed the write gap the deck's first printing named.)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