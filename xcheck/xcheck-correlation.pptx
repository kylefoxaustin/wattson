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173736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libri"/>
              </a:rPr>
              <a:t>Correlating QEMU functional activity with i.MX95 silicon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9D4E4"/>
                </a:solidFill>
                <a:latin typeface="Calibri"/>
              </a:rPr>
              <a:t>wattson cross-check (xcheck) · rev 3 · tested DEEP (14 apps, mechanism by mechanism) and BROAD (36 more, never seen before)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Thesis under test: a functional emulator's activity counts — instructions retired, cache-model misses —
track what the silicon actually does closely enough to anchor per-event power estimation.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Kyle Fox · measured on FRDM-IMX95 silicon + qemu-aarch64 TCG plugins · 2026-08-30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Everything on one slide; the rest of the deck is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120640"/>
                <a:gridCol w="310896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Generalization (the gate)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corrections fitted on 14 apps HELD on 36 unseen apps: insns 0.979 ×/÷1.04, reads transfer with identical ×/÷1.21 spread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VALIDATED — 50-app held-out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Instruction activity, per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 – 1.06 across all 14 apps (0.997 on a 10.2 B-insn vision app)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VALIDATED — use as-is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DRAM read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X4 prefetch model: proxy = 0.98 × silicon, ×/÷ 1.14 — the exit criterion met (was 0.81 ×/÷ 1.26)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USABLE — correction ~1.0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DRAM-quiet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6 low-traffic apps (alu, lua, lz4, net2, pacman, sqlite) predicted quiet; silicon concurs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VALIDATED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DRAM write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proxy = 0.90 × silicon, ×/÷ 1.09 (X1 writeback model, base pass); 0.83 ×/÷ 1.28 held-out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USABLE — apply ×1.11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Kernel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boot-differential harness live: sha256 kernel+system share MEASURED at 10.0% over user 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F6368"/>
                          </a:solidFill>
                          <a:latin typeface="Calibri"/>
                        </a:rPr>
                        <a:t>MEASURABLE — X2a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DMA / network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CPU-side traffic visible &amp; coherent; DMA write invisible to TCG by construction; kernel share device-path-dependent (silicon NIC 17% vs virtio 41%)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F6368"/>
                          </a:solidFill>
                          <a:latin typeface="Calibri"/>
                        </a:rPr>
                        <a:t>CHARACTERIZED — model the target's own NIC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DRAM ratios thread-invariant across a 1/2/4/6T sweep; the +23% insn outlier PROVEN to be OpenMP barrier spin (passive: 1.231 → 0.985)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USABLE — passive waiting on barrier-heavy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Two instrument findings worth the price of admission: the A55 PMU's l3d_cache_refill counts only DEMAND refills — prefetched lines bypass it, so ground truth belongs at the DDR controller; and the A55's write-streaming (no-allocate) mode is a 2.0× error if unmodelled.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99632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Scope discipline: these are ACTIVITY correlations. wattson never emits watts — energy-per-event coefficients belong to the power team, and QEMU-derived counts are never labelled as silicon measurements.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Method — one binary, two observatories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Identical static aarch64 binaries; nothing recompiled between worlds.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QEMU (DERIVED)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qemu-aarch64 (linux-user) + libinsn / libcache TCG plugins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Cache model = the board's own hierarchy, read from its sysfs: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L1I/L1D 32 KiB 4-way · L2 64 KiB 4-way · shared L3 512 KiB 16-way, 64 B lines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+ A55-style write-streaming: ≥4 sequential store-miss lines → no-allocate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L3 misses → DRAM-read proxy · streaming bursts → DRAM-write proxy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Linux-user mode ⇒ counts contain the application only (no boot, no OS)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394960" cy="3017520"/>
          </a:xfrm>
          <a:prstGeom prst="roundRect">
            <a:avLst/>
          </a:prstGeom>
          <a:solidFill>
            <a:srgbClr val="EFF3FA"/>
          </a:solidFill>
          <a:ln w="15240">
            <a:solidFill>
              <a:srgbClr val="1A5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53A0"/>
                </a:solidFill>
                <a:latin typeface="Calibri"/>
              </a:rPr>
              <a:t>Silicon (MEASURED)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FRDM-IMX95, perf stat, pinned to A55 core 0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Core PMU: instructions, cycles, L1/L2/L3 refill events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imx9_ddr0 DDR-controller PMU: read / write beats (32 B), system-wide,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with an equal-duration idle window subtracted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The DDR controller is the arbiter: it sees prefetch and DMA traffic</a:t>
            </a:r>
          </a:p>
          <a:p>
            <a:r>
              <a:rPr sz="1100">
                <a:solidFill>
                  <a:srgbClr val="202124"/>
                </a:solidFill>
                <a:latin typeface="Calibri"/>
              </a:rPr>
              <a:t>that core-side refill events do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Population (14): five microbench corners spanning the activity extremes (ALU, streaming, pointer-chase, matmul, sort) and nine applications — stereo vision on real imagery, two compressors, an interpreter, a hash, a JSON codec, an in-memory database, a game-AI trainer, and a live-socket HTTP client.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Validity gates: every app prints a checksum (dead-code-proof); the vision app is hash-gated bit-exact against its published golden; instruction agreement is required before any cache-level conclusion is read.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1 — instructions agree, all fourteen apps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Same binary ⇒ same retired instructions. This gate must pass before anything downstream is read.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54864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alu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integer ALU loop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1,201,593,894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bzip2 -9, 4 MiB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8,497,127,363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random pointer chase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202,456,536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1.058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cJSON parse+serialize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1,523,095,346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Lua 5.4 script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1,072,641,534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lz4 -9, same corpus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721,250,952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mem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streaming write+read sweep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547,742,426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0.980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blocked f64 matmul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1,081,871,120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486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1417320"/>
                <a:gridCol w="640080"/>
              </a:tblGrid>
              <a:tr h="38404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HW insns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net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HTTP GET 32 MiB + FNV hash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430,719,038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6000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net2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241,898,307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B06000"/>
                          </a:solidFill>
                          <a:latin typeface="Calibri"/>
                        </a:rPr>
                        <a:t>0.833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pacman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genetic-AI Pac-Man trainer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25,711,718,364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SGM stereo, real imagery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10,154,191,781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sha256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SHA-256, 128 MiB streamed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8,453,218,121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qsort, 1M ints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1,924,668,159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SQLite, in-memory OLTP mix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2,580,290,752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87A33"/>
                          </a:solidFill>
                          <a:latin typeface="Calibri"/>
                        </a:rPr>
                        <a:t>0.998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Thirteen of fourteen sit in 0.98–1.06; the residual is silicon-side kernel/IRQ time inside the perf window. The one amber value is itself a measurement: the HTTP client's 0.80 is the ~20% of its instructions the kernel's network stack retires on its behalf — real work a userspace-only emulation cannot see, quantified. Follow-up: compare against user-mode-filtered counts (instructions:u).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Gate 2 — DRAM-read proxy vs the DDR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log–log, one point per application above the noise floor · fit: proxy = 0.98 × silicon, ×/÷ 1.14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234440"/>
            <a:ext cx="5467574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Under-prediction is systematic and single-signed: the silicon prefetcher also fetches lines that are never consumed. chase 0.97 · mem 0.98 · cjson 0.96 · sort 0.96 · sgm 0.88 · sha256 0.77 · mm 0.65 · bzip2 0.49.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50-application held-out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Corrections fitted on the 14 development apps (train), then applied cold to 36 applications the model had never seen (holdout).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scatter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371600"/>
            <a:ext cx="950976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Held-out instructions 0.979 ×/÷ 1.04 (n=37) · held-out reads 0.91 ×/÷ 1.21 — the SAME spread as the fitted population · writes 0.83 ×/÷ 1.28 · every DRAM-quiet app correctly classified. A variance projection built on 14 applications predicted 36 it had never seen — the factors are properties of the model, not of the apps they were fitted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Every outlier resolved to a mechanism, not a fudge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band tightened from ×/÷2.4 to ×/÷1.26 in three fixes; each was falsifiable and predicted its own after-number.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4480560"/>
                <a:gridCol w="2377440"/>
                <a:gridCol w="2148840"/>
              </a:tblGrid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observation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mm read 0.44 (v0)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plugin default cache ≫ real 64 KiB L2 — model thought the working set was resident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model the sysfs hierarchy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0.65 (residual = prefetch)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mem read 1.97 (v0)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A55 write-streaming: no-allocate store bursts; plugin read-allocated every store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streak detector, ≥4 lines → no-allocate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sha256 'read 15×'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l3d_cache_refill counts demand only; the prefetcher served the stream invisibly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ground-truth at the DDR controller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0.77 (real gap, real sign)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pacman/sqlite/lz4/lua ~0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true traffic below the DDR counter's ~0.4 M-line/window noise floor (calibrated by alu)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classify, don't 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correctly predicted quiet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bzip2 0.49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prefetcher over-fetch on semi-sequential patterns — silicon reads ~2× the demand traffic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prefetch model, or per-class factor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open, named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writes 0.02–0.09 (v1)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scattered stores exit DRAM as dirty EVICTIONS, which no allocation-time count can see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X1: dirty-line set + last-level eviction 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0.90 ×/÷ 1.09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sgm-mt insns 1.23 @4T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OpenMP barrier SPIN — timing-dependent instructions, inflated by instrumentation skew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X3: OMP_WAIT_POLICY=passive (proven, not argued)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0.985; DRAM unmoved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000" b="1">
                          <a:latin typeface="Calibri"/>
                        </a:rPr>
                        <a:t>reads 0.49–0.77 (under)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silicon prefetcher traffic the model never issued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X4: 8-stream table, miss-trained, strict +1, ramped depth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0.98 ×/÷ 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The X1 row landed after this deck's first printing and proves the pattern: the named mechanism, implemented in an afternoon, moved six workloads from near-zero to 0.73–1.03 without touching the read side. Mechanism-first iteration converges; fudge-factor iteration doesn't.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this licenses,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trust statement, quantity by quantity.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  <a:gridCol w="5303520"/>
              </a:tblGrid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Per-core instruction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±4% envelope held across every application class tested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read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with ×1.02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carry the ×/÷1.14 band; latency/bandwidth-bound apps need almost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DRAM-quiet screening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directly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proxy under ~1 M lines reliably means a DRAM-quiet application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DRAM write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with ×1.11 correction (base 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×/÷1.09 fitted, ×/÷1.28 held-out, above the write noise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Network / DMA activity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31412"/>
                          </a:solidFill>
                          <a:latin typeface="Calibri"/>
                        </a:rPr>
                        <a:t>do not use from linux-user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system-mode harness (exists, boot-differential) required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Multi-core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7A33"/>
                          </a:solidFill>
                          <a:latin typeface="Calibri"/>
                        </a:rPr>
                        <a:t>use for DRAM directly; insns with passive waiting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DRAM ratios thread-invariant 1–6T; spin-wait inflates insns 18–23% on barrier-heavy code otherwise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50" b="1">
                          <a:latin typeface="Calibri"/>
                        </a:rPr>
                        <a:t>Duty cycle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31412"/>
                          </a:solidFill>
                          <a:latin typeface="Calibri"/>
                        </a:rPr>
                        <a:t>not yet measured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latin typeface="Calibri"/>
                        </a:rPr>
                        <a:t>rides on the X2 system-mode harness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02124"/>
                </a:solidFill>
                <a:latin typeface="Calibri"/>
              </a:rPr>
              <a:t>Every gap this deck's first printing named has since been closed and is reflected above: X1 writeback model (writes, 0.02 → 0.90), X2 system-mode boot-differential (kernel share MEASURED, DMA boundary characterised), X3 multi-core sweep (spin-wait proven, not argued), X4 stride prefetcher (reads 0.81 → 0.98). What remains open is P1 — energy-per-event calibration — which is not ours to close: it needs a board with instrumented rails and belongs to the power team.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F6368"/>
                </a:solidFill>
                <a:latin typeface="Calibri"/>
              </a:rPr>
              <a:t>Reproducibility: wattson/xcheck — one command per side (run-qemu.sh / run-perf.sh / run-ddr.sh), vectors committed, deck regenerated from the vectors by make_deck.py. The QEMU cache-plugin patch ships in-repo.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Can a user get activity factors that match silicon?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A5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692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question this whole campaign exists to answer, answered.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wattson xcheck rev 2 · QEMU counts DERIVED, PMU/DDR counts MEASURED · 2026-08-30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2881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F6368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11064240" cy="960120"/>
          </a:xfrm>
          <a:prstGeom prst="rect">
            <a:avLst/>
          </a:prstGeom>
          <a:solidFill>
            <a:srgbClr val="0E5C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8988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YES — for CPU and DRAM activity, within the bands below.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75564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9E4D4"/>
                </a:solidFill>
                <a:latin typeface="Calibri"/>
              </a:rPr>
              <a:t>Not 'yes in principle'. The corrections were fitted on 14 applications and then held on 36 the model had never seen, with the SAME spread — which is the user's situation exactly: an app nobody has measured.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957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87A33"/>
                </a:solidFill>
                <a:latin typeface="Calibri"/>
              </a:rPr>
              <a:t>WHAT YOU GET, AND WHAT IT IS WORTH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69748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371600"/>
                <a:gridCol w="201168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apply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held-out evidence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latin typeface="Calibri"/>
                        </a:rPr>
                        <a:t>Instructions, per core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latin typeface="Calibri"/>
                        </a:rPr>
                        <a:t>×1.00 — use raw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latin typeface="Calibri"/>
                        </a:rPr>
                        <a:t>0.979 ×/÷1.04 on 36 unseen apps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latin typeface="Calibri"/>
                        </a:rPr>
                        <a:t>DRAM 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latin typeface="Calibri"/>
                        </a:rPr>
                        <a:t>×1.02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latin typeface="Calibri"/>
                        </a:rPr>
                        <a:t>×/÷1.21 held out — identical to the fitted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latin typeface="Calibri"/>
                        </a:rPr>
                        <a:t>DRAM writes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latin typeface="Calibri"/>
                        </a:rPr>
                        <a:t>×1.11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latin typeface="Calibri"/>
                        </a:rPr>
                        <a:t>×/÷1.28 held out — the widest band; treat as an envelope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latin typeface="Calibri"/>
                        </a:rPr>
                        <a:t>Is this app DRAM-quiet?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latin typeface="Calibri"/>
                        </a:rPr>
                        <a:t>yes/no, no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latin typeface="Calibri"/>
                        </a:rPr>
                        <a:t>every quiet app classified correctly, both 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239572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31412"/>
                </a:solidFill>
                <a:latin typeface="Calibri"/>
              </a:rPr>
              <a:t>WHAT IT DOES NOT GIVE YOU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09360" y="2697480"/>
          <a:ext cx="53035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566160"/>
              </a:tblGrid>
              <a:tr h="56692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1">
                          <a:latin typeface="Calibri"/>
                        </a:rPr>
                        <a:t>Accelerator compute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latin typeface="Calibri"/>
                        </a:rPr>
                        <a:t>GPU / VPU / NPU work is not modelled — the emulator does not execute it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1">
                          <a:latin typeface="Calibri"/>
                        </a:rPr>
                        <a:t>Kernel &amp; DMA share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latin typeface="Calibri"/>
                        </a:rPr>
                        <a:t>invisible from linux-user by construction; the system-mode harness exists and measures it (sha256: 10.0%)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950" b="1">
                          <a:latin typeface="Calibri"/>
                        </a:rPr>
                        <a:t>Rates, and therefore watts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latin typeface="Calibri"/>
                        </a:rPr>
                        <a:t>counts are time-free. A rate needs a duration, and an energy needs coefficients — both belong to the power team</a:t>
                      </a:r>
                    </a:p>
                  </a:txBody>
                  <a:tcPr>
                    <a:solidFill>
                      <a:srgbClr val="EFF3FA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484632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Calibri"/>
              </a:rPr>
              <a:t>HOW THE TWO HALVES COMBINE. DEEP earned the corrections: 14 applications iterated mechanism by mechanism — a silicon-matched cache hierarchy, A55 write-streaming, a writeback model, a stride prefetcher — with five hypotheses falsified and recorded on the way. BROAD proved they are not curve-fits: 36 further applications, measured cold, land in the same bands. Deep alone would be a tuned demo; broad alone would be a coincidence. Together they are a licence to use the numbers on an application nobody has run yet.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7044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87A33"/>
                </a:solidFill>
                <a:latin typeface="Calibri"/>
              </a:rPr>
              <a:t>WHAT THE USER ACTUALLY RUNS:   afgen/afgen.sh my-apps.manifest afs/   →   one activity-factor JSON per application, every field provenance-tagged with its correction and band. Fifty apps in, fifty activity factors 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⚠️ These are ACTIVITY bands, not power bands: they license the count vector N in E = Σ eᵢ×Nᵢ. What a ×/÷1.21 read band costs a final energy number depends on the weights eᵢ — the power team's half, and why wattson never prints a watt.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