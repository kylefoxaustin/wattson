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Generalization (the gate)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corrections fitted on 14 apps HELD on 36 unseen apps: insns 0.979 ×/÷1.04, reads transfer with identical ×/÷1.21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50-app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 prefetch model: proxy = 0.98 × silicon, ×/÷ 1.14 — the exit criterion met (was 0.81 ×/÷ 1.26)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correction ~1.0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6 low-traffic apps (alu, lua, lz4, net2, pacman, sqlite) predicted quiet; silicon concurs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proxy = 0.90 × silicon, ×/÷ 1.09 (X1 writeback model, base pass); 0.83 ×/÷ 1.28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boot-differential harness live: sha256 kernel+system share MEASURED at 10.0% over user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CPU-side traffic visible &amp; coherent; DMA write invisible to TCG by construction; kernel share device-path-dependent (silicon NIC 17% vs virtio 41%)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CHARACTERIZED — model the target's own NIC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DRAM ratios thread-invariant across a 1/2/4/6T sweep; the +23% insn outlier PROVEN to be OpenMP barrier spin (passive: 1.231 → 0.985)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9963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0.98 × silicon, ×/÷ 1.14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50-application held-out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Corrections fitted on the 14 development apps (train), then applied cold to 36 applications the model had never seen (holdout).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scatter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371600"/>
            <a:ext cx="950976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Held-out instructions 0.979 ×/÷ 1.04 (n=37) · held-out reads 0.91 ×/÷ 1.21 — the SAME spread as the fitted population · writes 0.83 ×/÷ 1.28 · every DRAM-quiet app correctly classified. A variance projection built on 14 applications predicted 36 it had never seen — the factors are properties of the model, not of the apps they were fitted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reads 0.49–0.77 (under)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silicon prefetcher traffic the model never issued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X4: 8-stream table, miss-trained, strict +1, ramped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×/÷ 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×1.02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carry the ×/÷1.14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 (base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×/÷1.09 fitted, ×/÷1.28 held-out, above the write noise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